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239BB78-47F8-4CBA-AA67-BA5B7ACD4EC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3AD8B9-509F-4D3D-87B9-37D39EEA5D1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59DD87-0628-4FA3-B970-BF490FBC149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090A89-5848-4273-8745-F723DB1CAFE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0CE3ED-58F8-473C-B63B-63CD7C335AB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71FBD3-9345-4EF3-B111-F5F99785DEE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B07C24-D6E5-413B-8373-EB4C81F29BD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41A6A3-90E2-449E-973E-1D6807311C9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8E7BE6-B903-42A7-A877-7CC96B27471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2ED112-2F75-4415-825E-713D000B2A4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8BAE7E-9F84-4750-95CA-92C186010D4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3A1CB8-4F10-4B3B-B128-4F21A43F9AC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1720" cy="124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1720" cy="124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Проект телеграмм бота-помощника по математике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486400" y="3060000"/>
            <a:ext cx="6094800" cy="25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Работу выполнил ученики ГБОУ школы №1363 10Е класса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Самарский Илья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0"/>
          <p:cNvSpPr/>
          <p:nvPr/>
        </p:nvSpPr>
        <p:spPr>
          <a:xfrm>
            <a:off x="831240" y="1248840"/>
            <a:ext cx="5983560" cy="9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Мы создали Telegram-бота для решения математических задач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31240" y="2327400"/>
            <a:ext cx="5817600" cy="167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В этой презентации мы представим наш Telegram-бот для решения математических задач. Рассмотрим его основные функции, включая решение уравнений, построение графиков функций и калькулятор. Также обсудим дополнительные возможности, технические детали проекта, структуру и требования к окружению, а также установку и запуск бота.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0"/>
          <p:cNvSpPr/>
          <p:nvPr/>
        </p:nvSpPr>
        <p:spPr>
          <a:xfrm>
            <a:off x="1454760" y="75024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Основные функции бота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454760" y="2078280"/>
            <a:ext cx="99738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Наш Telegram-бот способен решать разнообразные математические задачи, включая тригонометрические и логарифмические уравнения.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454760" y="3241800"/>
            <a:ext cx="99738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Он предоставляет возможность построения графиков различных функций, таких как линейные, квадратичные и экспоненциальные, а также работает как калькулятор с поддержкой основных математических операций. Кроме того, бот показывает текущее время в разных городах мира и собирает статистику использования.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0"/>
          <p:cNvSpPr/>
          <p:nvPr/>
        </p:nvSpPr>
        <p:spPr>
          <a:xfrm>
            <a:off x="415800" y="8334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Решение уравнений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15800" y="2078280"/>
            <a:ext cx="332352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Наш Telegram-бот решает уравнения любой сложности, включая тригонометрические и логарифмические.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0" y="2078280"/>
            <a:ext cx="3323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Он использует библиотеку sympy для обработки математических задач и обеспечивает эффективное взаимодействие благодаря интерактивным клавиатурам.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8728200" y="2078280"/>
            <a:ext cx="3323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Бот позволяет быстро получать решения и удобен в использовании для решения математических задач в реальном времени.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0"/>
          <p:cNvSpPr/>
          <p:nvPr/>
        </p:nvSpPr>
        <p:spPr>
          <a:xfrm>
            <a:off x="1454760" y="75024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Построение графиков функций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1454760" y="2078280"/>
            <a:ext cx="99738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Наш Telegram-бот позволяет строить графики различных функций, включая линейные, квадратичные, тригонометрические и экспоненциальные.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1454760" y="3241800"/>
            <a:ext cx="99738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Для построения графиков используется библиотека matplotlib, которая обеспечивает высокую точность и качество визуализации. Бот обладает удобным интерфейсом с интерактивными клавиатурами, что упрощает процесс ввода функций и настройку параметров графиков.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0"/>
          <p:cNvSpPr/>
          <p:nvPr/>
        </p:nvSpPr>
        <p:spPr>
          <a:xfrm>
            <a:off x="415800" y="8334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Калькулятор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15800" y="2078280"/>
            <a:ext cx="3323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Наш Telegram-бот предоставляет удобный инструмент для решения математических задач, включая уравнения любой сложности и построение графиков функций.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4572000" y="2078280"/>
            <a:ext cx="332352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Благодаря интерактивным клавиатурам взаимодействие с ботом становится интуитивно понятным и комфортным.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8728200" y="2078280"/>
            <a:ext cx="3323520" cy="167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Вы можете использовать его как калькулятор для вычислений с поддержкой основных математических функций, а также узнавать текущее время в разных городах мира.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0"/>
          <p:cNvSpPr/>
          <p:nvPr/>
        </p:nvSpPr>
        <p:spPr>
          <a:xfrm>
            <a:off x="1454760" y="4176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Дополнительные функции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1454760" y="1662480"/>
            <a:ext cx="4154760" cy="19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Помимо основных функций, наш Telegram-бот предлагает возможность просмотра текущего времени в различных городах мира. Это делает его не только мощным инструментом для решения математических задач, но и удобным помощником в повседневной жизни.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6858000" y="1662480"/>
            <a:ext cx="415476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Кроме того, бот собирает статистику использования, что позволяет оценить его популярность и выявить возможные улучшения.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0"/>
          <p:cNvSpPr/>
          <p:nvPr/>
        </p:nvSpPr>
        <p:spPr>
          <a:xfrm>
            <a:off x="1454760" y="4176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Технические детали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1454760" y="1662480"/>
            <a:ext cx="664884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Наш Telegram-бот для решения математических задач написан на языке программирования Python с использованием библиотеки python-telegram-bot для взаимодействия с Telegram API.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1454760" y="2909520"/>
            <a:ext cx="664884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Для реализации функций бота применяются библиотеки sympy для решения уравнений, matplotlib для построения графиков и numpy для вычислений.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1454760" y="3840480"/>
            <a:ext cx="664884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Структура проекта включает файлы для настройки бота, обработчики сообщений, контейнеры для сервисов и вспомогательные функции, что обеспечивает его гибкость и расширяемость.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1454760" y="4176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Структура проекта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1454760" y="1662480"/>
            <a:ext cx="41547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Проект включает в себя несколько ключевых компонентов: точку входа для запуска бота (bot. py), основной класс бота с настройками (bot_instance. py), обработчики сообщений и команд (handlers.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6858000" y="1662480"/>
            <a:ext cx="4154760" cy="24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py) и контейнеры для сервисов, таких как калькулятор, построитель графиков и решатель уравнений (services. py). Для управления процессами используется process_manager. py, а для создания клавиатур — keyboards. py. Конфигурация бота хранится в config. py, взаимодействие с базой данных SQLite для статистики осуществляется через database. py.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0"/>
          <p:cNvSpPr/>
          <p:nvPr/>
        </p:nvSpPr>
        <p:spPr>
          <a:xfrm>
            <a:off x="1454760" y="75024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Требования к окружению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1454760" y="2078280"/>
            <a:ext cx="99738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Для корректной работы Telegram-бота требуется Python версии 3. 8 и выше. Все необходимые зависимости указаны в файле requirements. txt.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1454760" y="3241800"/>
            <a:ext cx="99738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Перед запуском бота необходимо установить зависимости с помощью команды pip install -r requirements. txt, создать файл. env с токеном бота, полученным у @BotFather, и запустить бота командой python bot. py.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48240" y="-1764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0"/>
          <p:cNvSpPr/>
          <p:nvPr/>
        </p:nvSpPr>
        <p:spPr>
          <a:xfrm>
            <a:off x="1454760" y="4176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Установка и запуск бота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454760" y="2160000"/>
            <a:ext cx="415476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Для установки бота вам необходимо выполнить несколько шагов: сначала установите зависимости, используя команду `pip install -r requirements.txt`. Затем создайте файл `. env` с токеном бота, который можно получить у `@BotFather` в Telegram. После этого запустите бота, введя команду `python bot. py` в терминале, и бот будет готов к использованию.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6858000" y="1662480"/>
            <a:ext cx="4154760" cy="167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0"/>
          <p:cNvSpPr/>
          <p:nvPr/>
        </p:nvSpPr>
        <p:spPr>
          <a:xfrm>
            <a:off x="1247040" y="2080440"/>
            <a:ext cx="1014012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Спасибо за внимание!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1247040" y="3324960"/>
            <a:ext cx="99738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Спасибо за внимание. В этой презентации мы рассказали о создании Telegram-бота для решения математических задач, его основных и дополнительных функциях. Мы также осветили технические детали, структуру проекта, требования к окружению и процесс установки и запуска бота.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LibreOffice/25.8.2.2$Linux_X86_64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2025-12-30T13:06:37Z</dcterms:created>
  <dc:creator>PptxGenJS</dc:creator>
  <dc:description/>
  <dc:language>ru-RU</dc:language>
  <cp:lastModifiedBy/>
  <dcterms:modified xsi:type="dcterms:W3CDTF">2026-01-14T10:39:19Z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