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2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C9440B4-58AF-4641-845D-F076EC485E8C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3F54A9-8656-4E38-AC86-DF94D520CC3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F2DBE6-BE28-48D7-A09B-D09E81E6538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EA9421-E2B7-4AEF-9774-81F0543348C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4AC486-9056-45C8-8AEE-AF952DA87AB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E4B865-35C8-4996-9D2C-AA5F5F0E0A0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3F9FF4-36FF-4BC6-BDD3-CEFE9E84400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542693-0494-4C80-973E-1013ADCE8DF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5891F7-0999-406E-BE31-FFDE76C63E5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547114-9431-4222-AFA4-0AF0C087ACA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E5E8D2-8C37-499B-9ED7-C92DDB556C1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E41F84-E231-4D2B-9BCD-74B2E8E8068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08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08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Проект телеграмм бота-помощника по математике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5486400" y="3060000"/>
            <a:ext cx="6095160" cy="252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Работу выполнил ученики ГБОУ школы №1363 10Е класса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Самарский Илья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Минаев Константин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 0"/>
          <p:cNvSpPr/>
          <p:nvPr/>
        </p:nvSpPr>
        <p:spPr>
          <a:xfrm>
            <a:off x="831240" y="1248840"/>
            <a:ext cx="5983920" cy="9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Мы создали Telegram-бота для решения математических задач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831240" y="2327400"/>
            <a:ext cx="5817960" cy="167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В этой презентации мы представим наш Telegram-бот для решения математических задач. Рассмотрим его основные функции, включая решение уравнений, построение графиков функций и калькулятор. Также обсудим дополнительные возможности, технические детали проекта, структуру и требования к окружению, а также установку и запуск бота.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 0"/>
          <p:cNvSpPr/>
          <p:nvPr/>
        </p:nvSpPr>
        <p:spPr>
          <a:xfrm>
            <a:off x="1454760" y="750240"/>
            <a:ext cx="1014048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Основные функции бота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1454760" y="2078280"/>
            <a:ext cx="99741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Наш Telegram-бот способен решать разнообразные математические задачи, включая тригонометрические и логарифмические уравнения.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2"/>
          <p:cNvSpPr/>
          <p:nvPr/>
        </p:nvSpPr>
        <p:spPr>
          <a:xfrm>
            <a:off x="1454760" y="3241800"/>
            <a:ext cx="9974160" cy="9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Он предоставляет возможность построения графиков различных функций, таких как линейные, квадратичные и экспоненциальные, а также работает как калькулятор с поддержкой основных математических операций. Кроме того, бот показывает текущее время в разных городах мира и собирает статистику использования.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 0"/>
          <p:cNvSpPr/>
          <p:nvPr/>
        </p:nvSpPr>
        <p:spPr>
          <a:xfrm>
            <a:off x="415800" y="833400"/>
            <a:ext cx="1014048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Решение уравнений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415800" y="2078280"/>
            <a:ext cx="3323880" cy="11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Наш Telegram-бот решает уравнения любой сложности, включая тригонометрические и логарифмические.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2"/>
          <p:cNvSpPr/>
          <p:nvPr/>
        </p:nvSpPr>
        <p:spPr>
          <a:xfrm>
            <a:off x="4572000" y="2078280"/>
            <a:ext cx="332388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Он использует библиотеку sympy для обработки математических задач и обеспечивает эффективное взаимодействие благодаря интерактивным клавиатурам.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8728200" y="2078280"/>
            <a:ext cx="332388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Бот позволяет быстро получать решения и удобен в использовании для решения математических задач в реальном времени.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 0"/>
          <p:cNvSpPr/>
          <p:nvPr/>
        </p:nvSpPr>
        <p:spPr>
          <a:xfrm>
            <a:off x="1454760" y="750240"/>
            <a:ext cx="1014048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Построение графиков функций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1454760" y="2078280"/>
            <a:ext cx="99741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Наш Telegram-бот позволяет строить графики различных функций, включая линейные, квадратичные, тригонометрические и экспоненциальные.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1454760" y="3241800"/>
            <a:ext cx="9974160" cy="9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Для построения графиков используется библиотека matplotlib, которая обеспечивает высокую точность и качество визуализации. Бот обладает удобным интерфейсом с интерактивными клавиатурами, что упрощает процесс ввода функций и настройку параметров графиков.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Text 0"/>
          <p:cNvSpPr/>
          <p:nvPr/>
        </p:nvSpPr>
        <p:spPr>
          <a:xfrm>
            <a:off x="415800" y="833400"/>
            <a:ext cx="1014048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Калькулятор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"/>
          <p:cNvSpPr/>
          <p:nvPr/>
        </p:nvSpPr>
        <p:spPr>
          <a:xfrm>
            <a:off x="415800" y="2078280"/>
            <a:ext cx="332388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Наш Telegram-бот предоставляет удобный инструмент для решения математических задач, включая уравнения любой сложности и построение графиков функций.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"/>
          <p:cNvSpPr/>
          <p:nvPr/>
        </p:nvSpPr>
        <p:spPr>
          <a:xfrm>
            <a:off x="4572000" y="2078280"/>
            <a:ext cx="3323880" cy="11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Благодаря интерактивным клавиатурам взаимодействие с ботом становится интуитивно понятным и комфортным.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3"/>
          <p:cNvSpPr/>
          <p:nvPr/>
        </p:nvSpPr>
        <p:spPr>
          <a:xfrm>
            <a:off x="8728200" y="2078280"/>
            <a:ext cx="3323880" cy="167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Вы можете использовать его как калькулятор для вычислений с поддержкой основных математических функций, а также узнавать текущее время в разных городах мира.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Text 0"/>
          <p:cNvSpPr/>
          <p:nvPr/>
        </p:nvSpPr>
        <p:spPr>
          <a:xfrm>
            <a:off x="1454760" y="417600"/>
            <a:ext cx="1014048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Дополнительные функции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"/>
          <p:cNvSpPr/>
          <p:nvPr/>
        </p:nvSpPr>
        <p:spPr>
          <a:xfrm>
            <a:off x="1454760" y="1662480"/>
            <a:ext cx="4155120" cy="192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Помимо основных функций, наш Telegram-бот предлагает возможность просмотра текущего времени в различных городах мира. Это делает его не только мощным инструментом для решения математических задач, но и удобным помощником в повседневной жизни.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6858000" y="1662480"/>
            <a:ext cx="4155120" cy="11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Кроме того, бот собирает статистику использования, что позволяет оценить его популярность и выявить возможные улучшения.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0"/>
          <p:cNvSpPr/>
          <p:nvPr/>
        </p:nvSpPr>
        <p:spPr>
          <a:xfrm>
            <a:off x="1454760" y="417600"/>
            <a:ext cx="1014048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Технические детали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1454760" y="1662480"/>
            <a:ext cx="6649200" cy="9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Наш Telegram-бот для решения математических задач написан на языке программирования Python с использованием библиотеки python-telegram-bot для взаимодействия с Telegram API.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"/>
          <p:cNvSpPr/>
          <p:nvPr/>
        </p:nvSpPr>
        <p:spPr>
          <a:xfrm>
            <a:off x="1454760" y="2909520"/>
            <a:ext cx="6649200" cy="9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Для реализации функций бота применяются библиотеки sympy для решения уравнений, matplotlib для построения графиков и numpy для вычислений.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3"/>
          <p:cNvSpPr/>
          <p:nvPr/>
        </p:nvSpPr>
        <p:spPr>
          <a:xfrm>
            <a:off x="1454760" y="3840480"/>
            <a:ext cx="6649200" cy="9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Структура проекта включает файлы для настройки бота, обработчики сообщений, контейнеры для сервисов и вспомогательные функции, что обеспечивает его гибкость и расширяемость.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0"/>
          <p:cNvSpPr/>
          <p:nvPr/>
        </p:nvSpPr>
        <p:spPr>
          <a:xfrm>
            <a:off x="1454760" y="417600"/>
            <a:ext cx="1014048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Структура проекта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1454760" y="1662480"/>
            <a:ext cx="415512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Проект включает в себя несколько ключевых компонентов: точку входа для запуска бота (bot. py), основной класс бота с настройками (bot_instance. py), обработчики сообщений и команд (handlers.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6858000" y="1662480"/>
            <a:ext cx="4155120" cy="242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py) и контейнеры для сервисов, таких как калькулятор, построитель графиков и решатель уравнений (services. py). Для управления процессами используется process_manager. py, а для создания клавиатур — keyboards. py. Конфигурация бота хранится в config. py, взаимодействие с базой данных SQLite для статистики осуществляется через database. py.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0"/>
          <p:cNvSpPr/>
          <p:nvPr/>
        </p:nvSpPr>
        <p:spPr>
          <a:xfrm>
            <a:off x="1454760" y="750240"/>
            <a:ext cx="1014048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Требования к окружению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"/>
          <p:cNvSpPr/>
          <p:nvPr/>
        </p:nvSpPr>
        <p:spPr>
          <a:xfrm>
            <a:off x="1454760" y="2078280"/>
            <a:ext cx="99741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Для корректной работы Telegram-бота требуется Python версии 3. 8 и выше. Все необходимые зависимости указаны в файле requirements. txt.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"/>
          <p:cNvSpPr/>
          <p:nvPr/>
        </p:nvSpPr>
        <p:spPr>
          <a:xfrm>
            <a:off x="1454760" y="3241800"/>
            <a:ext cx="99741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Перед запуском бота необходимо установить зависимости с помощью команды pip install -r requirements. txt, создать файл. env с токеном бота, полученным у @BotFather, и запустить бота командой python bot. py.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Image 0" descr="preencoded.png"/>
          <p:cNvPicPr/>
          <p:nvPr/>
        </p:nvPicPr>
        <p:blipFill>
          <a:blip r:embed="rId1"/>
          <a:stretch/>
        </p:blipFill>
        <p:spPr>
          <a:xfrm>
            <a:off x="48240" y="-1764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0"/>
          <p:cNvSpPr/>
          <p:nvPr/>
        </p:nvSpPr>
        <p:spPr>
          <a:xfrm>
            <a:off x="1454760" y="417600"/>
            <a:ext cx="1014048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Установка и запуск бота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1454760" y="2160000"/>
            <a:ext cx="4155120" cy="117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  <a:ea typeface="Noto Sans CJK SC"/>
              </a:rPr>
              <a:t>Для установки бота вам необходимо выполнить несколько шагов: сначала установите зависимости, используя команду `pip install -r requirements.txt`. Затем создайте файл `. env` с токеном бота, который можно получить у `@BotFather` в Telegram. После этого запустите бота, введя команду `python bot. py` в терминале, и бот будет готов к использованию.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6858000" y="1662480"/>
            <a:ext cx="4155120" cy="167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0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0"/>
          <p:cNvSpPr/>
          <p:nvPr/>
        </p:nvSpPr>
        <p:spPr>
          <a:xfrm>
            <a:off x="1247040" y="2080440"/>
            <a:ext cx="10140480" cy="78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Спасибо за внимание!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1247040" y="3324960"/>
            <a:ext cx="9974160" cy="9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ts val="2001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Спасибо за внимание. В этой презентации мы рассказали о создании Telegram-бота для решения математических задач, его основных и дополнительных функциях. Мы также осветили технические детали, структуру проекта, требования к окружению и процесс установки и запуска бота.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LibreOffice/25.8.2.2$Linux_X86_64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2025-12-30T13:06:37Z</dcterms:created>
  <dc:creator>PptxGenJS</dc:creator>
  <dc:description/>
  <dc:language>ru-RU</dc:language>
  <cp:lastModifiedBy/>
  <dcterms:modified xsi:type="dcterms:W3CDTF">2026-01-14T04:54:53Z</dcterms:modified>
  <cp:revision>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